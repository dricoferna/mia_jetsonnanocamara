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85216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VISIÓN ARTIFICIAL  · 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Detector de Latas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tiempo real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marca y orientación de latas de bebida con deep learning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457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Danel Rico   ·   Rubén Huarte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 ·  TensorFlow  ·  OpenCV  ·  Raspberry 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 el sistema?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visión artificial que reconoce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lata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y </a:t>
            </a:r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está colocada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697480" cy="12801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02152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3612794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7764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el vídeo de la cámara frame a frame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246120"/>
            <a:ext cx="2697480" cy="12801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11880" y="3502152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361279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51960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51960" y="37764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con transfer learning sobre ImageNet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17920" y="3246120"/>
            <a:ext cx="2697480" cy="12801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3502152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62" y="3612794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86600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086600" y="37764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para correr en una Raspberry Pi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OBJETIVO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predicciones por imagen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023360" cy="274320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1680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clases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" y="29260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Aquarius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51760" y="29260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5" name="Text 12"/>
          <p:cNvSpPr/>
          <p:nvPr/>
        </p:nvSpPr>
        <p:spPr>
          <a:xfrm>
            <a:off x="265176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3832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51760" y="33832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Bull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38404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51760" y="3840480"/>
            <a:ext cx="169164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3" name="Text 20"/>
          <p:cNvSpPr/>
          <p:nvPr/>
        </p:nvSpPr>
        <p:spPr>
          <a:xfrm>
            <a:off x="2651760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1783080"/>
            <a:ext cx="3840480" cy="274320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0" y="20574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842" y="2168042"/>
            <a:ext cx="281635" cy="28163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6928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66928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clases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5029200" y="2926080"/>
            <a:ext cx="1554480" cy="62179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02920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delante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720840" y="2926080"/>
            <a:ext cx="1554480" cy="62179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3" name="Text 29"/>
          <p:cNvSpPr/>
          <p:nvPr/>
        </p:nvSpPr>
        <p:spPr>
          <a:xfrm>
            <a:off x="67208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72084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029200" y="3639312"/>
            <a:ext cx="1554480" cy="62179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6" name="Text 32"/>
          <p:cNvSpPr/>
          <p:nvPr/>
        </p:nvSpPr>
        <p:spPr>
          <a:xfrm>
            <a:off x="5029200" y="3685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029200" y="3959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720840" y="3639312"/>
            <a:ext cx="1554480" cy="62179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9" name="Text 35"/>
          <p:cNvSpPr/>
          <p:nvPr/>
        </p:nvSpPr>
        <p:spPr>
          <a:xfrm>
            <a:off x="6720840" y="3685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720840" y="3959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marcas</a:t>
            </a:r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orientaciones</a:t>
            </a:r>
            <a:pPr algn="ctr"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combinaciones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MATERIALES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+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023360" cy="26517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087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físico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809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17320" y="3127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despliegue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496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703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USB / integrada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3995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vídeo en directo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0" y="1691640"/>
            <a:ext cx="4023360" cy="26517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19659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021" y="20866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5321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Librerías y lenguajes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809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TensorFlow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40680" y="3127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e inferencia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46320" y="3749040"/>
            <a:ext cx="457200" cy="45720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84962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40680" y="3703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NumPy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440680" y="3995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ROI y overlay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 MobileNetV2 preentrenado en ImageNet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Fotografías propias capturadas con webcam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291840" cy="2834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TOTALES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marcas × 4 orientaciones)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se capturó?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148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fotos.py — interfaz por teclado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606040"/>
            <a:ext cx="960120" cy="384048"/>
          </a:xfrm>
          <a:prstGeom prst="rect">
            <a:avLst/>
          </a:prstGeom>
          <a:solidFill>
            <a:srgbClr val="1624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606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marca activa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136392"/>
            <a:ext cx="960120" cy="384048"/>
          </a:xfrm>
          <a:prstGeom prst="rect">
            <a:avLst/>
          </a:prstGeom>
          <a:solidFill>
            <a:srgbClr val="1624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1363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B L 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31363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orientación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666744"/>
            <a:ext cx="960120" cy="384048"/>
          </a:xfrm>
          <a:prstGeom prst="rect">
            <a:avLst/>
          </a:prstGeom>
          <a:solidFill>
            <a:srgbClr val="1624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6667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36667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foto y guardarla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4197096"/>
            <a:ext cx="960120" cy="384048"/>
          </a:xfrm>
          <a:prstGeom prst="rect">
            <a:avLst/>
          </a:prstGeom>
          <a:solidFill>
            <a:srgbClr val="16243B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41970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41970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programa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imágenes se organizan en dataset/&lt;marca&gt;-&lt;orientacion&gt;/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ARQUITECTURA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módulos, un flujo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26517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577340" y="2651760"/>
            <a:ext cx="640080" cy="64008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158" y="2792578"/>
            <a:ext cx="358445" cy="3584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dataset etiquetado a partir de fotos propias con la webcam.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040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383280" y="1783080"/>
            <a:ext cx="2697480" cy="26517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4411980" y="2651760"/>
            <a:ext cx="640080" cy="64008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98" y="2792578"/>
            <a:ext cx="358445" cy="35844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56616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sobre MobileNetV2. Produce modelo_latas.h5 + labels.json.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3504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17920" y="1783080"/>
            <a:ext cx="2697480" cy="26517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0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Shape 19"/>
          <p:cNvSpPr/>
          <p:nvPr/>
        </p:nvSpPr>
        <p:spPr>
          <a:xfrm>
            <a:off x="7246620" y="2651760"/>
            <a:ext cx="640080" cy="64008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438" y="2792578"/>
            <a:ext cx="358445" cy="35844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0080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modelo y predice marca + orientación frame a frame en vivo.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 del entrenamiento  →  modelo_latas.h5  +  labels.json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MODELO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MobileNetV2 + Transfer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multi-salida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red, dos cabezas de clasificación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234440" cy="45720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224×224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560320"/>
            <a:ext cx="123444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2560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2450592"/>
            <a:ext cx="1325880" cy="365760"/>
          </a:xfrm>
          <a:prstGeom prst="rect">
            <a:avLst/>
          </a:prstGeom>
          <a:solidFill>
            <a:srgbClr val="16243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(6)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761488"/>
            <a:ext cx="1325880" cy="365760"/>
          </a:xfrm>
          <a:prstGeom prst="rect">
            <a:avLst/>
          </a:prstGeom>
          <a:solidFill>
            <a:srgbClr val="16243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761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Orient. (4)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backbone congeladas en una primera fase.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después con learning rate muy bajo.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53128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independiente en cada salida.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691640"/>
            <a:ext cx="4206240" cy="2651760"/>
          </a:xfrm>
          <a:prstGeom prst="rect">
            <a:avLst/>
          </a:prstGeom>
          <a:solidFill>
            <a:srgbClr val="F5F2EC"/>
          </a:solidFill>
          <a:ln/>
        </p:spPr>
      </p:sp>
      <p:pic>
        <p:nvPicPr>
          <p:cNvPr id="26" name="Image 0" descr="E:\CODEX\MIA_JetsonNanoCamara-main\training_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783080"/>
            <a:ext cx="4023360" cy="21488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75488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entrenamiento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6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 en validación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INFERENCIA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predice en vivo?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023360" cy="132588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1680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frame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3134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lee la imagen de la webcam.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783080"/>
            <a:ext cx="4023360" cy="132588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20574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02" y="21680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ROI central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77840" y="23134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con el cuadrado central; se redimensiona a 224×224.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4023360" cy="132588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363108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3776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devuelve probabilidad de marca y orientación.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3246120"/>
            <a:ext cx="4023360" cy="132588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37760" y="352044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402" y="363108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Suavizado temporal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577840" y="3776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las últimas 5 predicciones para evitar parpadeo.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vídeo se dibuja:  marca · orientación · confianza · FPS · barra de confianza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RETOS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Problemas durante el desarrollo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Latas  ·  Visión Artificial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229600" cy="8229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9144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58314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8928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difíciles de instalar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2212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TensorFlow y OpenCV en Jetson Nano y Raspberry Pi requirió varias iteraciones.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8229600" cy="8229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743200"/>
            <a:ext cx="9144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2907792"/>
            <a:ext cx="502920" cy="50292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301843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852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inestable en Raspberry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63040" y="31729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intermitentes al acceder al stream de la cámara durante la ejecución.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703320"/>
            <a:ext cx="8229600" cy="82296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703320"/>
            <a:ext cx="9144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3867912"/>
            <a:ext cx="502920" cy="502920"/>
          </a:xfrm>
          <a:prstGeom prst="ellipse">
            <a:avLst/>
          </a:prstGeom>
          <a:solidFill>
            <a:srgbClr val="1E305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3978554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3813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dataset desde cero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463040" y="41330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Hubo que comprar latas reales y tomar manualmente cientos de fotografías para entrenar.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¿Hasta dónde puede llegar?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023360" cy="210312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2057400"/>
            <a:ext cx="777240" cy="77724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2693" y="2228393"/>
            <a:ext cx="435254" cy="435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Ampliar el dataset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más marcas y categorías como bebidas alcohólicas para mejorar la generalización.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4023360" cy="2103120"/>
          </a:xfrm>
          <a:prstGeom prst="rect">
            <a:avLst/>
          </a:prstGeom>
          <a:solidFill>
            <a:srgbClr val="16243B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7940" y="2057400"/>
            <a:ext cx="777240" cy="77724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22839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industrial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modelo en una fábrica para clasificar y redirigir latas hacia su reciclaje correcto.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Danel Rico  ·  Rubén Huarte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Detector de Latas en Tiempo Real</dc:title>
  <dc:subject>PptxGenJS Presentation</dc:subject>
  <dc:creator>Danel Rico · Rubén Huarte</dc:creator>
  <cp:lastModifiedBy>Danel Rico · Rubén Huarte</cp:lastModifiedBy>
  <cp:revision>1</cp:revision>
  <dcterms:created xsi:type="dcterms:W3CDTF">2026-05-17T18:47:24Z</dcterms:created>
  <dcterms:modified xsi:type="dcterms:W3CDTF">2026-05-17T18:47:24Z</dcterms:modified>
</cp:coreProperties>
</file>